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B6F059-B4D4-4E8A-AA60-C44043E53D7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F0290DB-3D64-464D-8C8A-25E7A14CFFE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"/>
          <p:cNvPicPr/>
          <p:nvPr/>
        </p:nvPicPr>
        <p:blipFill>
          <a:blip r:embed="rId1"/>
          <a:stretch/>
        </p:blipFill>
        <p:spPr>
          <a:xfrm>
            <a:off x="384120" y="126360"/>
            <a:ext cx="9391320" cy="548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846360" y="226440"/>
            <a:ext cx="8467200" cy="528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/>
          <p:cNvPicPr/>
          <p:nvPr/>
        </p:nvPicPr>
        <p:blipFill>
          <a:blip r:embed="rId1"/>
          <a:stretch/>
        </p:blipFill>
        <p:spPr>
          <a:xfrm>
            <a:off x="1758600" y="34560"/>
            <a:ext cx="6642720" cy="566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"/>
          <p:cNvPicPr/>
          <p:nvPr/>
        </p:nvPicPr>
        <p:blipFill>
          <a:blip r:embed="rId1"/>
          <a:stretch/>
        </p:blipFill>
        <p:spPr>
          <a:xfrm>
            <a:off x="1141560" y="131400"/>
            <a:ext cx="7876800" cy="5476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470160" y="59760"/>
            <a:ext cx="9219600" cy="561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346320" y="812160"/>
            <a:ext cx="946728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/>
          <p:cNvPicPr/>
          <p:nvPr/>
        </p:nvPicPr>
        <p:blipFill>
          <a:blip r:embed="rId1"/>
          <a:stretch/>
        </p:blipFill>
        <p:spPr>
          <a:xfrm>
            <a:off x="212760" y="326520"/>
            <a:ext cx="9734040" cy="508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327240" y="298080"/>
            <a:ext cx="9505440" cy="51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322200" y="183600"/>
            <a:ext cx="9515160" cy="5371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317520" y="1393200"/>
            <a:ext cx="9524520" cy="295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228600" y="72000"/>
            <a:ext cx="9619920" cy="5531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2026-07-27T07:50:01Z</dcterms:created>
  <dc:creator/>
  <dc:description/>
  <dc:language>en-US</dc:language>
  <cp:lastModifiedBy/>
  <dcterms:modified xsi:type="dcterms:W3CDTF">2026-07-27T07:59:52Z</dcterms:modified>
  <cp:revision>1</cp:revision>
  <dc:subject/>
  <dc:title/>
</cp:coreProperties>
</file>